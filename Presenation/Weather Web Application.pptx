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" charset="1" panose="00000000000000000000"/>
      <p:regular r:id="rId14"/>
    </p:embeddedFont>
    <p:embeddedFont>
      <p:font typeface="Raleway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https://weather-web.magic-web.site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8324850" cy="4933991"/>
            <a:chOff x="0" y="0"/>
            <a:chExt cx="11099800" cy="657865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1099800" cy="5661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800"/>
                </a:lnSpc>
              </a:pPr>
              <a:r>
                <a:rPr lang="en-US" sz="108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Weather Web Application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02379"/>
              <a:ext cx="110998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7BB7"/>
                  </a:solidFill>
                  <a:latin typeface="Raleway"/>
                  <a:ea typeface="Raleway"/>
                  <a:cs typeface="Raleway"/>
                  <a:sym typeface="Raleway"/>
                </a:rPr>
                <a:t>Real-time Weather Forecast &amp; Map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96400" y="9261475"/>
            <a:ext cx="688657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January 3, 2026, 10:00 AM, Online Presentation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666750"/>
            <a:ext cx="7191375" cy="8953500"/>
            <a:chOff x="0" y="0"/>
            <a:chExt cx="1036915" cy="129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915" cy="1290994"/>
            </a:xfrm>
            <a:custGeom>
              <a:avLst/>
              <a:gdLst/>
              <a:ahLst/>
              <a:cxnLst/>
              <a:rect r="r" b="b" t="t" l="l"/>
              <a:pathLst>
                <a:path h="1290994" w="1036915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5489342" cy="445682"/>
            <a:chOff x="0" y="0"/>
            <a:chExt cx="7319123" cy="5942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56381" y="104226"/>
              <a:ext cx="636274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0"/>
                </a:lnSpc>
              </a:pPr>
              <a:r>
                <a:rPr lang="en-US" sz="25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Weather Web Solutions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243" cy="594243"/>
            </a:xfrm>
            <a:custGeom>
              <a:avLst/>
              <a:gdLst/>
              <a:ahLst/>
              <a:cxnLst/>
              <a:rect r="r" b="b" t="t" l="l"/>
              <a:pathLst>
                <a:path h="594243" w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753100" cy="8080381"/>
            <a:chOff x="0" y="0"/>
            <a:chExt cx="891306" cy="1251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1306" cy="1251862"/>
            </a:xfrm>
            <a:custGeom>
              <a:avLst/>
              <a:gdLst/>
              <a:ahLst/>
              <a:cxnLst/>
              <a:rect r="r" b="b" t="t" l="l"/>
              <a:pathLst>
                <a:path h="1251862" w="891306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l="0" t="-316" r="0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5" y="666750"/>
            <a:ext cx="9763125" cy="5201893"/>
            <a:chOff x="0" y="0"/>
            <a:chExt cx="13017500" cy="693585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3017500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Team &amp; Project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625814"/>
              <a:ext cx="130175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sz="3000">
                  <a:solidFill>
                    <a:srgbClr val="4A7BB7"/>
                  </a:solidFill>
                  <a:latin typeface="Raleway"/>
                  <a:ea typeface="Raleway"/>
                  <a:cs typeface="Raleway"/>
                  <a:sym typeface="Raleway"/>
                </a:rPr>
                <a:t>Meet the talented group behind the Weather Web Application project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921339"/>
              <a:ext cx="130175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Our diverse team collaborated to create a user-friendly web app that provides </a:t>
              </a:r>
              <a:r>
                <a:rPr lang="en-US" b="true" sz="2200">
                  <a:solidFill>
                    <a:srgbClr val="2A4D6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real-time weather data</a:t>
              </a: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 and forecasts for any location worldwide.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AutoShape 9" id="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Core 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68188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City Search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Quickly find weather data for any city worldwide.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09787" y="4268188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Current Weather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Get real-time details like temperature and humidity levels.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01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5736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Forecasts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View hourly and 5-day weather forecasts at a glance.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9787" y="6934694"/>
            <a:ext cx="5448300" cy="1488687"/>
            <a:chOff x="0" y="0"/>
            <a:chExt cx="7264400" cy="19849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Interactive Map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Explore detailed weather patterns using an interactive map feature.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666750"/>
            <a:ext cx="9763125" cy="3918296"/>
            <a:chOff x="0" y="0"/>
            <a:chExt cx="1292115" cy="5185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2115" cy="518572"/>
            </a:xfrm>
            <a:custGeom>
              <a:avLst/>
              <a:gdLst/>
              <a:ahLst/>
              <a:cxnLst/>
              <a:rect r="r" b="b" t="t" l="l"/>
              <a:pathLst>
                <a:path h="518572" w="1292115">
                  <a:moveTo>
                    <a:pt x="0" y="0"/>
                  </a:moveTo>
                  <a:lnTo>
                    <a:pt x="1292115" y="0"/>
                  </a:lnTo>
                  <a:lnTo>
                    <a:pt x="1292115" y="518572"/>
                  </a:lnTo>
                  <a:lnTo>
                    <a:pt x="0" y="518572"/>
                  </a:lnTo>
                  <a:close/>
                </a:path>
              </a:pathLst>
            </a:custGeom>
            <a:blipFill>
              <a:blip r:embed="rId2"/>
              <a:stretch>
                <a:fillRect l="-167" t="0" r="-167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858125" y="5143500"/>
            <a:ext cx="5448300" cy="3581400"/>
            <a:chOff x="0" y="0"/>
            <a:chExt cx="123649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6494" cy="812800"/>
            </a:xfrm>
            <a:custGeom>
              <a:avLst/>
              <a:gdLst/>
              <a:ahLst/>
              <a:cxnLst/>
              <a:rect r="r" b="b" t="t" l="l"/>
              <a:pathLst>
                <a:path h="812800" w="1236494">
                  <a:moveTo>
                    <a:pt x="0" y="0"/>
                  </a:moveTo>
                  <a:lnTo>
                    <a:pt x="1236494" y="0"/>
                  </a:lnTo>
                  <a:lnTo>
                    <a:pt x="123649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83" t="0" r="-83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611225" y="5143500"/>
            <a:ext cx="4010025" cy="3581400"/>
            <a:chOff x="0" y="0"/>
            <a:chExt cx="910077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0077" cy="812800"/>
            </a:xfrm>
            <a:custGeom>
              <a:avLst/>
              <a:gdLst/>
              <a:ahLst/>
              <a:cxnLst/>
              <a:rect r="r" b="b" t="t" l="l"/>
              <a:pathLst>
                <a:path h="812800" w="910077">
                  <a:moveTo>
                    <a:pt x="0" y="0"/>
                  </a:moveTo>
                  <a:lnTo>
                    <a:pt x="910077" y="0"/>
                  </a:lnTo>
                  <a:lnTo>
                    <a:pt x="9100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104" t="0" r="-104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695325"/>
            <a:ext cx="5448300" cy="212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</a:pPr>
            <a:r>
              <a:rPr lang="en-US" b="true" sz="5000" strike="noStrike" u="none">
                <a:solidFill>
                  <a:srgbClr val="4A7BB7"/>
                </a:solidFill>
                <a:latin typeface="Raleway Bold"/>
                <a:ea typeface="Raleway Bold"/>
                <a:cs typeface="Raleway Bold"/>
                <a:sym typeface="Raleway Bold"/>
              </a:rPr>
              <a:t>Explore the Weather App Demo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3593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0687" y="5057775"/>
            <a:ext cx="4399010" cy="599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7" tooltip="https://weather-web.magic-web.site"/>
              </a:rPr>
              <a:t>Go to Weather Web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Key Challenges Faced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59161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Connecting to API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Establishing a stable connection to the weather API was challenging.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59161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Handling Errors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Managing API errors and ensuring user-friendly feedback proved difficult.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3857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6728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Responsive UI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Ensuring the user interface worked seamlessly across devices was essential.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19850" y="6935686"/>
            <a:ext cx="5448300" cy="1488687"/>
            <a:chOff x="0" y="0"/>
            <a:chExt cx="7264400" cy="19849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User Experience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Balancing functionality with a simple, intuitive design for users was vital.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73280" y="4259161"/>
            <a:ext cx="5447970" cy="1488687"/>
            <a:chOff x="0" y="0"/>
            <a:chExt cx="7263960" cy="198491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9050"/>
              <a:ext cx="726396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Displaying Data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70398"/>
              <a:ext cx="726396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Presenting complex weather data clearly without overwhelming users was crucial.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Solutions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59161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OpenWeather API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We correctly integrated the OpenWeather API for accurate weather data.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59161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Error Handling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Implemented error handling for invalid inputs to improve user experience.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3857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6728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Responsive Design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Applied CSS and Bootstrap for a fully responsive layout on all devices.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19850" y="6935686"/>
            <a:ext cx="5448300" cy="1879212"/>
            <a:chOff x="0" y="0"/>
            <a:chExt cx="7264400" cy="25056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User Feedback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Incorporated user feedback to continuously enhance features and functionalities.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73280" y="4259161"/>
            <a:ext cx="5447970" cy="1488687"/>
            <a:chOff x="0" y="0"/>
            <a:chExt cx="7263960" cy="198491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9050"/>
              <a:ext cx="726396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 Organization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70398"/>
              <a:ext cx="726396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Organized weather data into user-friendly cards and sections for clarity.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What I Have Learned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5143500"/>
            <a:ext cx="5448300" cy="2096811"/>
            <a:chOff x="0" y="0"/>
            <a:chExt cx="7264400" cy="279574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Working effectively with APIs and data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781229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Gained experience in fetching and handling data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5143450"/>
            <a:ext cx="5448300" cy="2075588"/>
            <a:chOff x="0" y="0"/>
            <a:chExt cx="7264400" cy="276745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Enhancing JavaScript logic for better performance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52932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Improved skills in writing efficient code logic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03" y="5143450"/>
            <a:ext cx="5448347" cy="2096860"/>
            <a:chOff x="0" y="0"/>
            <a:chExt cx="7264463" cy="279581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63" y="19050"/>
              <a:ext cx="7264400" cy="1149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7BB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Designing user-friendly and engaging interfaces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78129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Developed expertise in creating intuitive layouts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403826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7BB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3382010"/>
            <a:chOff x="0" y="0"/>
            <a:chExt cx="17611255" cy="45093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Conclusion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09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7BB7"/>
                  </a:solidFill>
                  <a:latin typeface="Raleway"/>
                  <a:ea typeface="Raleway"/>
                  <a:cs typeface="Raleway"/>
                  <a:sym typeface="Raleway"/>
                </a:rPr>
                <a:t>Summary of Project and Experience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552825"/>
              <a:ext cx="17611255" cy="95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In this project, I gained valuable skills in </a:t>
              </a:r>
              <a:r>
                <a:rPr lang="en-US" b="true" sz="2200">
                  <a:solidFill>
                    <a:srgbClr val="2A4D6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API integration</a:t>
              </a:r>
              <a:r>
                <a:rPr lang="en-US" sz="2200">
                  <a:solidFill>
                    <a:srgbClr val="2A4D69"/>
                  </a:solidFill>
                  <a:latin typeface="Raleway"/>
                  <a:ea typeface="Raleway"/>
                  <a:cs typeface="Raleway"/>
                  <a:sym typeface="Raleway"/>
                </a:rPr>
                <a:t>, user interface design, and problem-solving. Thank you for your attention, and I welcome any questions you may have.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4D69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Weather Web Application</dc:description>
  <dc:identifier>DAG9WducKPY</dc:identifier>
  <dcterms:modified xsi:type="dcterms:W3CDTF">2011-08-01T06:04:30Z</dcterms:modified>
  <cp:revision>1</cp:revision>
  <dc:title>Presentation - Weather Web Application</dc:title>
</cp:coreProperties>
</file>